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D40B0-EC8C-78C5-7AC1-2517084948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6CE1F5-E0DB-9EAB-C22B-A994869D28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AA70D5-A6BA-2AD3-452D-8C56E9887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BC0C9-31C2-4C3A-8219-5711A5D173B0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B4B502-D00D-A42D-4D10-EFB73B1F8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6B88B3-B6ED-FEE2-A1B0-E7385106C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CF1FA-ACBC-42D0-9BA5-82D0F1DB22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316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3E4F4-1DFA-5457-9306-71C4E6119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005F46-DDCC-5A26-0A43-21F0E44B58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036119-0115-0D42-4211-A226328F1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BC0C9-31C2-4C3A-8219-5711A5D173B0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4B31BD-A937-8751-E575-D1D297AF3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3E3FA0-FF98-E441-B3D2-001567DB2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CF1FA-ACBC-42D0-9BA5-82D0F1DB22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5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3DF67-10C7-0D5A-68E9-1137F4450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063FF6-D34C-12A0-248E-2CF918E613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03B784-E7C5-DF1F-9D4D-2213BC6EB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BC0C9-31C2-4C3A-8219-5711A5D173B0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7AC27C-A727-E503-5704-026D02DA4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1C67B8-BC2C-EA15-46D7-72C7D3E18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CF1FA-ACBC-42D0-9BA5-82D0F1DB22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8814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9CF59-8486-B468-883A-3B9678843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504260-FD9D-0D8F-63CB-E8D5CF102E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A212A5-D8A9-C718-A908-26513B8CEF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109641-198D-ABD5-8CF3-328708F9C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BC0C9-31C2-4C3A-8219-5711A5D173B0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805AFC-8C5B-A6E3-3594-1B72FA846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ECC013-0CD3-D8F0-AFB6-BA88C81F6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CF1FA-ACBC-42D0-9BA5-82D0F1DB22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862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8B020-DDD7-3EA9-F3BA-0B50F18DF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78FA2C-B62D-E2D1-5780-3BCBF5626E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4B2D58-1BEE-D245-B938-53D3B70433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699622-C5E7-C0FF-9E27-55C3F74638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BF2C0C-47B6-28AE-76F4-A8701D1DF2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DAF65F-0C10-F7BD-362A-2ACE9E8D4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BC0C9-31C2-4C3A-8219-5711A5D173B0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A51F13-8F49-8F3B-7257-D03B4BC10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1A20CB-043B-4A02-883D-A97943771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CF1FA-ACBC-42D0-9BA5-82D0F1DB22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052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1B4B1-6CC2-15E9-7748-D72AA7770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C445B1-8CDD-C9CA-724E-ABFCE7D46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BC0C9-31C2-4C3A-8219-5711A5D173B0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6EBEEE-0A37-A7F3-85CA-5627DBFAF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BC5661-D0C9-4EBA-7F21-C8125E08F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CF1FA-ACBC-42D0-9BA5-82D0F1DB22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833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26F51B-42F0-00F8-313B-D81BA4190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BC0C9-31C2-4C3A-8219-5711A5D173B0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3F6939-58A1-DC77-923B-CD10E238A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CFBD15-67B4-5BD9-7C13-516D890A1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CF1FA-ACBC-42D0-9BA5-82D0F1DB22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875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36647-76AB-1DD0-CD56-385A6BEA1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F473F9-DCCC-5C9D-A28A-4B2BF8D7FD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CA9C93-239A-B698-801D-7F05D365F7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4220EE-3F39-0204-008E-C64C70B70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BC0C9-31C2-4C3A-8219-5711A5D173B0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B6158E-9088-DCAB-DC51-FB0927AB8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93C79D-7481-0412-1851-AF4110480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CF1FA-ACBC-42D0-9BA5-82D0F1DB22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531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8797B-AD28-CF27-8EAF-CF72D0DCA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A23F5E-B744-954F-2CFF-918B086632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3D562C-83EE-62C9-909A-6586414608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71AF7E-8130-2900-B8E0-0D1716456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BC0C9-31C2-4C3A-8219-5711A5D173B0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6905A0-0320-749C-2379-1370E70EF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22DF98-AAD3-8649-E13B-C9730A7E1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CF1FA-ACBC-42D0-9BA5-82D0F1DB22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928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466F2-738F-66C2-5B22-8C23B03A4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213F23-3C7F-918E-D23B-636211C673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4953CA-F1DF-BAF4-D571-9D453E3E0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BC0C9-31C2-4C3A-8219-5711A5D173B0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AA83F5-7F4F-D1AA-75D0-7DB3D4F44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8E2C4-A3C0-D138-EBC9-63FE848E1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CF1FA-ACBC-42D0-9BA5-82D0F1DB22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4378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C0C35D-828F-0DA3-6F4A-225EC78C35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8AB6C3-1612-61F4-8ADD-701FCA4033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4852D1-4C16-F829-4889-6C342CC97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BC0C9-31C2-4C3A-8219-5711A5D173B0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F8056F-1309-887E-DD87-10343145D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BA440E-EFF8-3689-C453-31A489724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CF1FA-ACBC-42D0-9BA5-82D0F1DB22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610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82403E-E2B1-58F2-9028-520CD3579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3ADA06-40C7-2FBB-5866-BBC3B9CC45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E99E74-8A68-3E09-9C7F-8B1086EEBE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7BC0C9-31C2-4C3A-8219-5711A5D173B0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181A69-A4F6-5C93-1239-2F05A54117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DB03F3-DE7A-EF1A-D729-6E2ED87E39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9CF1FA-ACBC-42D0-9BA5-82D0F1DB22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834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3B15268D-F54B-AC69-01DE-A442804245BD}"/>
              </a:ext>
            </a:extLst>
          </p:cNvPr>
          <p:cNvSpPr/>
          <p:nvPr/>
        </p:nvSpPr>
        <p:spPr>
          <a:xfrm>
            <a:off x="-1" y="6734582"/>
            <a:ext cx="12192000" cy="63114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750EEA8-69BF-2CBD-58FA-A3537BFF4E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124"/>
          <a:stretch>
            <a:fillRect/>
          </a:stretch>
        </p:blipFill>
        <p:spPr>
          <a:xfrm>
            <a:off x="0" y="0"/>
            <a:ext cx="1567721" cy="81209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63CC9D0-5B62-0E39-A164-96BAD93213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8703" y="852636"/>
            <a:ext cx="4854594" cy="203381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20B257A-0DFC-DAC9-9D57-8F358D889E99}"/>
              </a:ext>
            </a:extLst>
          </p:cNvPr>
          <p:cNvSpPr txBox="1"/>
          <p:nvPr/>
        </p:nvSpPr>
        <p:spPr>
          <a:xfrm>
            <a:off x="3582909" y="2519004"/>
            <a:ext cx="50261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Hasaniya Financial Services, LLC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041B7C-A107-AE62-DAD9-4671E4C13828}"/>
              </a:ext>
            </a:extLst>
          </p:cNvPr>
          <p:cNvSpPr txBox="1"/>
          <p:nvPr/>
        </p:nvSpPr>
        <p:spPr>
          <a:xfrm>
            <a:off x="6096000" y="233152"/>
            <a:ext cx="5413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chemeClr val="accent3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Home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      Services      About      Contact      Endorsed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0EEB8002-30EF-663B-B433-BDBCD65BACBF}"/>
              </a:ext>
            </a:extLst>
          </p:cNvPr>
          <p:cNvSpPr/>
          <p:nvPr/>
        </p:nvSpPr>
        <p:spPr>
          <a:xfrm>
            <a:off x="298270" y="4936104"/>
            <a:ext cx="11893726" cy="812093"/>
          </a:xfrm>
          <a:custGeom>
            <a:avLst/>
            <a:gdLst>
              <a:gd name="csX0" fmla="*/ 10070003 w 10388078"/>
              <a:gd name="csY0" fmla="*/ 10306 h 1381128"/>
              <a:gd name="csX1" fmla="*/ 6466724 w 10388078"/>
              <a:gd name="csY1" fmla="*/ 1033348 h 1381128"/>
              <a:gd name="csX2" fmla="*/ 2238756 w 10388078"/>
              <a:gd name="csY2" fmla="*/ 336231 h 1381128"/>
              <a:gd name="csX3" fmla="*/ 20657 w 10388078"/>
              <a:gd name="csY3" fmla="*/ 580675 h 1381128"/>
              <a:gd name="csX4" fmla="*/ 1197607 w 10388078"/>
              <a:gd name="csY4" fmla="*/ 435819 h 1381128"/>
              <a:gd name="csX5" fmla="*/ 2329290 w 10388078"/>
              <a:gd name="csY5" fmla="*/ 444873 h 1381128"/>
              <a:gd name="csX6" fmla="*/ 3750684 w 10388078"/>
              <a:gd name="csY6" fmla="*/ 825118 h 1381128"/>
              <a:gd name="csX7" fmla="*/ 5416522 w 10388078"/>
              <a:gd name="csY7" fmla="*/ 1277791 h 1381128"/>
              <a:gd name="csX8" fmla="*/ 6539152 w 10388078"/>
              <a:gd name="csY8" fmla="*/ 1377380 h 1381128"/>
              <a:gd name="csX9" fmla="*/ 7987706 w 10388078"/>
              <a:gd name="csY9" fmla="*/ 1196310 h 1381128"/>
              <a:gd name="csX10" fmla="*/ 9970415 w 10388078"/>
              <a:gd name="csY10" fmla="*/ 544461 h 1381128"/>
              <a:gd name="csX11" fmla="*/ 10070003 w 10388078"/>
              <a:gd name="csY11" fmla="*/ 10306 h 13811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0388078" h="1381128">
                <a:moveTo>
                  <a:pt x="10070003" y="10306"/>
                </a:moveTo>
                <a:cubicBezTo>
                  <a:pt x="9486055" y="91787"/>
                  <a:pt x="7771932" y="979027"/>
                  <a:pt x="6466724" y="1033348"/>
                </a:cubicBezTo>
                <a:cubicBezTo>
                  <a:pt x="5161516" y="1087669"/>
                  <a:pt x="3313100" y="411677"/>
                  <a:pt x="2238756" y="336231"/>
                </a:cubicBezTo>
                <a:cubicBezTo>
                  <a:pt x="1164411" y="260786"/>
                  <a:pt x="194182" y="564077"/>
                  <a:pt x="20657" y="580675"/>
                </a:cubicBezTo>
                <a:cubicBezTo>
                  <a:pt x="-152868" y="597273"/>
                  <a:pt x="812835" y="458453"/>
                  <a:pt x="1197607" y="435819"/>
                </a:cubicBezTo>
                <a:cubicBezTo>
                  <a:pt x="1582379" y="413185"/>
                  <a:pt x="1903777" y="379990"/>
                  <a:pt x="2329290" y="444873"/>
                </a:cubicBezTo>
                <a:cubicBezTo>
                  <a:pt x="2754803" y="509756"/>
                  <a:pt x="3750684" y="825118"/>
                  <a:pt x="3750684" y="825118"/>
                </a:cubicBezTo>
                <a:cubicBezTo>
                  <a:pt x="4265223" y="963938"/>
                  <a:pt x="4951777" y="1185747"/>
                  <a:pt x="5416522" y="1277791"/>
                </a:cubicBezTo>
                <a:cubicBezTo>
                  <a:pt x="5881267" y="1369835"/>
                  <a:pt x="6110621" y="1390960"/>
                  <a:pt x="6539152" y="1377380"/>
                </a:cubicBezTo>
                <a:cubicBezTo>
                  <a:pt x="6967683" y="1363800"/>
                  <a:pt x="7415829" y="1335130"/>
                  <a:pt x="7987706" y="1196310"/>
                </a:cubicBezTo>
                <a:cubicBezTo>
                  <a:pt x="8559583" y="1057490"/>
                  <a:pt x="9620348" y="737602"/>
                  <a:pt x="9970415" y="544461"/>
                </a:cubicBezTo>
                <a:cubicBezTo>
                  <a:pt x="10320482" y="351321"/>
                  <a:pt x="10653951" y="-71175"/>
                  <a:pt x="10070003" y="10306"/>
                </a:cubicBezTo>
                <a:close/>
              </a:path>
            </a:pathLst>
          </a:cu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5CC7D72-349B-8886-BF5B-F2C8EBA0A16E}"/>
              </a:ext>
            </a:extLst>
          </p:cNvPr>
          <p:cNvSpPr txBox="1"/>
          <p:nvPr/>
        </p:nvSpPr>
        <p:spPr>
          <a:xfrm>
            <a:off x="4689694" y="3105834"/>
            <a:ext cx="28126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Bookkeeping &amp; Tax Built on Trust &amp; Accuracy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1882F09-4411-5A44-225C-18D62E02AA5E}"/>
              </a:ext>
            </a:extLst>
          </p:cNvPr>
          <p:cNvSpPr/>
          <p:nvPr/>
        </p:nvSpPr>
        <p:spPr>
          <a:xfrm>
            <a:off x="3668703" y="4185372"/>
            <a:ext cx="2089301" cy="461665"/>
          </a:xfrm>
          <a:prstGeom prst="roundRect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Cambria" panose="02040503050406030204" pitchFamily="18" charset="0"/>
                <a:ea typeface="Cambria" panose="02040503050406030204" pitchFamily="18" charset="0"/>
              </a:rPr>
              <a:t>Schedule Consultation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E5A41D99-06F2-E45D-5071-47F0EE912021}"/>
              </a:ext>
            </a:extLst>
          </p:cNvPr>
          <p:cNvSpPr/>
          <p:nvPr/>
        </p:nvSpPr>
        <p:spPr>
          <a:xfrm>
            <a:off x="6433998" y="4185371"/>
            <a:ext cx="2089301" cy="461665"/>
          </a:xfrm>
          <a:prstGeom prst="roundRect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Cambria" panose="02040503050406030204" pitchFamily="18" charset="0"/>
                <a:ea typeface="Cambria" panose="02040503050406030204" pitchFamily="18" charset="0"/>
              </a:rPr>
              <a:t>Our Services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00867991-AED3-5D76-8B19-A1E21C4522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9994" y="6734583"/>
            <a:ext cx="5792008" cy="238158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86C40552-4D0D-1AAC-D639-8565DF5C4B1B}"/>
              </a:ext>
            </a:extLst>
          </p:cNvPr>
          <p:cNvSpPr txBox="1"/>
          <p:nvPr/>
        </p:nvSpPr>
        <p:spPr>
          <a:xfrm>
            <a:off x="4529748" y="6037266"/>
            <a:ext cx="31324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The Trust We’ve Earned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76BE52A-BF82-B4FE-00E5-29CAC06DCE73}"/>
              </a:ext>
            </a:extLst>
          </p:cNvPr>
          <p:cNvSpPr txBox="1"/>
          <p:nvPr/>
        </p:nvSpPr>
        <p:spPr>
          <a:xfrm>
            <a:off x="1013988" y="204118"/>
            <a:ext cx="3675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Hasaniya Financial Services, LLC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BCB80163-76C7-E7F0-2164-5A1887DEBBF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82829" b="1"/>
          <a:stretch>
            <a:fillRect/>
          </a:stretch>
        </p:blipFill>
        <p:spPr>
          <a:xfrm>
            <a:off x="-3" y="10300740"/>
            <a:ext cx="12191999" cy="3140162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CD2F168-B86E-8E1E-79C2-DC76693B89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894" y="11358000"/>
            <a:ext cx="1728974" cy="1599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4272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5C1E7-F12C-2450-9B96-C1D384EC0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B10C98CE-E4DA-92F1-CF51-FACD1C7FD5BE}"/>
              </a:ext>
            </a:extLst>
          </p:cNvPr>
          <p:cNvSpPr txBox="1"/>
          <p:nvPr/>
        </p:nvSpPr>
        <p:spPr>
          <a:xfrm>
            <a:off x="6096000" y="233152"/>
            <a:ext cx="5413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Home      </a:t>
            </a:r>
            <a:r>
              <a:rPr lang="en-US" b="1" u="sng" dirty="0">
                <a:solidFill>
                  <a:schemeClr val="accent3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Services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      About      Contact      Endorsed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54A256A9-5E18-DF19-36DC-C59C0DF4D15A}"/>
              </a:ext>
            </a:extLst>
          </p:cNvPr>
          <p:cNvSpPr/>
          <p:nvPr/>
        </p:nvSpPr>
        <p:spPr>
          <a:xfrm>
            <a:off x="298274" y="4906716"/>
            <a:ext cx="11893726" cy="812093"/>
          </a:xfrm>
          <a:custGeom>
            <a:avLst/>
            <a:gdLst>
              <a:gd name="csX0" fmla="*/ 10070003 w 10388078"/>
              <a:gd name="csY0" fmla="*/ 10306 h 1381128"/>
              <a:gd name="csX1" fmla="*/ 6466724 w 10388078"/>
              <a:gd name="csY1" fmla="*/ 1033348 h 1381128"/>
              <a:gd name="csX2" fmla="*/ 2238756 w 10388078"/>
              <a:gd name="csY2" fmla="*/ 336231 h 1381128"/>
              <a:gd name="csX3" fmla="*/ 20657 w 10388078"/>
              <a:gd name="csY3" fmla="*/ 580675 h 1381128"/>
              <a:gd name="csX4" fmla="*/ 1197607 w 10388078"/>
              <a:gd name="csY4" fmla="*/ 435819 h 1381128"/>
              <a:gd name="csX5" fmla="*/ 2329290 w 10388078"/>
              <a:gd name="csY5" fmla="*/ 444873 h 1381128"/>
              <a:gd name="csX6" fmla="*/ 3750684 w 10388078"/>
              <a:gd name="csY6" fmla="*/ 825118 h 1381128"/>
              <a:gd name="csX7" fmla="*/ 5416522 w 10388078"/>
              <a:gd name="csY7" fmla="*/ 1277791 h 1381128"/>
              <a:gd name="csX8" fmla="*/ 6539152 w 10388078"/>
              <a:gd name="csY8" fmla="*/ 1377380 h 1381128"/>
              <a:gd name="csX9" fmla="*/ 7987706 w 10388078"/>
              <a:gd name="csY9" fmla="*/ 1196310 h 1381128"/>
              <a:gd name="csX10" fmla="*/ 9970415 w 10388078"/>
              <a:gd name="csY10" fmla="*/ 544461 h 1381128"/>
              <a:gd name="csX11" fmla="*/ 10070003 w 10388078"/>
              <a:gd name="csY11" fmla="*/ 10306 h 13811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0388078" h="1381128">
                <a:moveTo>
                  <a:pt x="10070003" y="10306"/>
                </a:moveTo>
                <a:cubicBezTo>
                  <a:pt x="9486055" y="91787"/>
                  <a:pt x="7771932" y="979027"/>
                  <a:pt x="6466724" y="1033348"/>
                </a:cubicBezTo>
                <a:cubicBezTo>
                  <a:pt x="5161516" y="1087669"/>
                  <a:pt x="3313100" y="411677"/>
                  <a:pt x="2238756" y="336231"/>
                </a:cubicBezTo>
                <a:cubicBezTo>
                  <a:pt x="1164411" y="260786"/>
                  <a:pt x="194182" y="564077"/>
                  <a:pt x="20657" y="580675"/>
                </a:cubicBezTo>
                <a:cubicBezTo>
                  <a:pt x="-152868" y="597273"/>
                  <a:pt x="812835" y="458453"/>
                  <a:pt x="1197607" y="435819"/>
                </a:cubicBezTo>
                <a:cubicBezTo>
                  <a:pt x="1582379" y="413185"/>
                  <a:pt x="1903777" y="379990"/>
                  <a:pt x="2329290" y="444873"/>
                </a:cubicBezTo>
                <a:cubicBezTo>
                  <a:pt x="2754803" y="509756"/>
                  <a:pt x="3750684" y="825118"/>
                  <a:pt x="3750684" y="825118"/>
                </a:cubicBezTo>
                <a:cubicBezTo>
                  <a:pt x="4265223" y="963938"/>
                  <a:pt x="4951777" y="1185747"/>
                  <a:pt x="5416522" y="1277791"/>
                </a:cubicBezTo>
                <a:cubicBezTo>
                  <a:pt x="5881267" y="1369835"/>
                  <a:pt x="6110621" y="1390960"/>
                  <a:pt x="6539152" y="1377380"/>
                </a:cubicBezTo>
                <a:cubicBezTo>
                  <a:pt x="6967683" y="1363800"/>
                  <a:pt x="7415829" y="1335130"/>
                  <a:pt x="7987706" y="1196310"/>
                </a:cubicBezTo>
                <a:cubicBezTo>
                  <a:pt x="8559583" y="1057490"/>
                  <a:pt x="9620348" y="737602"/>
                  <a:pt x="9970415" y="544461"/>
                </a:cubicBezTo>
                <a:cubicBezTo>
                  <a:pt x="10320482" y="351321"/>
                  <a:pt x="10653951" y="-71175"/>
                  <a:pt x="10070003" y="10306"/>
                </a:cubicBezTo>
                <a:close/>
              </a:path>
            </a:pathLst>
          </a:cu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0FF9BE3-75E8-1EBB-ABA8-2F779B7221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805" y="1540758"/>
            <a:ext cx="5191850" cy="312463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B652438-DE99-D6F0-4858-5E4C55038C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4347" y="1550284"/>
            <a:ext cx="5220429" cy="310558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51A116A-EEE1-8E14-D60F-987FA91C9B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5754" y="4730479"/>
            <a:ext cx="5153744" cy="35247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2B3609FE-C82F-58E6-DF10-E45667DC5D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0207" y="841069"/>
            <a:ext cx="4191585" cy="628738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7D8A701-C223-5083-5ED3-B8AA17BFBF1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9124"/>
          <a:stretch>
            <a:fillRect/>
          </a:stretch>
        </p:blipFill>
        <p:spPr>
          <a:xfrm>
            <a:off x="0" y="7925"/>
            <a:ext cx="1567721" cy="812093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8B2D2DB6-3C8B-E312-5019-D70772B1F78F}"/>
              </a:ext>
            </a:extLst>
          </p:cNvPr>
          <p:cNvSpPr txBox="1"/>
          <p:nvPr/>
        </p:nvSpPr>
        <p:spPr>
          <a:xfrm>
            <a:off x="1013988" y="204118"/>
            <a:ext cx="3675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Hasaniya Financial Services, LLC</a:t>
            </a:r>
          </a:p>
        </p:txBody>
      </p:sp>
    </p:spTree>
    <p:extLst>
      <p:ext uri="{BB962C8B-B14F-4D97-AF65-F5344CB8AC3E}">
        <p14:creationId xmlns:p14="http://schemas.microsoft.com/office/powerpoint/2010/main" val="26412765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07292-C333-6D3D-8DEA-6312469C1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56BF1BFC-B4E2-E155-58CB-4FBC88451217}"/>
              </a:ext>
            </a:extLst>
          </p:cNvPr>
          <p:cNvSpPr txBox="1"/>
          <p:nvPr/>
        </p:nvSpPr>
        <p:spPr>
          <a:xfrm>
            <a:off x="6096000" y="233152"/>
            <a:ext cx="5413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Home      Services      </a:t>
            </a:r>
            <a:r>
              <a:rPr lang="en-US" b="1" u="sng" dirty="0">
                <a:solidFill>
                  <a:schemeClr val="accent3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About</a:t>
            </a:r>
            <a:r>
              <a:rPr lang="en-US" b="1" dirty="0">
                <a:solidFill>
                  <a:schemeClr val="accent3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     Contact      Endorsed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B6B51F05-CCA2-4496-4177-11FCEDA1AAFC}"/>
              </a:ext>
            </a:extLst>
          </p:cNvPr>
          <p:cNvSpPr/>
          <p:nvPr/>
        </p:nvSpPr>
        <p:spPr>
          <a:xfrm>
            <a:off x="298274" y="4980851"/>
            <a:ext cx="11893726" cy="812093"/>
          </a:xfrm>
          <a:custGeom>
            <a:avLst/>
            <a:gdLst>
              <a:gd name="csX0" fmla="*/ 10070003 w 10388078"/>
              <a:gd name="csY0" fmla="*/ 10306 h 1381128"/>
              <a:gd name="csX1" fmla="*/ 6466724 w 10388078"/>
              <a:gd name="csY1" fmla="*/ 1033348 h 1381128"/>
              <a:gd name="csX2" fmla="*/ 2238756 w 10388078"/>
              <a:gd name="csY2" fmla="*/ 336231 h 1381128"/>
              <a:gd name="csX3" fmla="*/ 20657 w 10388078"/>
              <a:gd name="csY3" fmla="*/ 580675 h 1381128"/>
              <a:gd name="csX4" fmla="*/ 1197607 w 10388078"/>
              <a:gd name="csY4" fmla="*/ 435819 h 1381128"/>
              <a:gd name="csX5" fmla="*/ 2329290 w 10388078"/>
              <a:gd name="csY5" fmla="*/ 444873 h 1381128"/>
              <a:gd name="csX6" fmla="*/ 3750684 w 10388078"/>
              <a:gd name="csY6" fmla="*/ 825118 h 1381128"/>
              <a:gd name="csX7" fmla="*/ 5416522 w 10388078"/>
              <a:gd name="csY7" fmla="*/ 1277791 h 1381128"/>
              <a:gd name="csX8" fmla="*/ 6539152 w 10388078"/>
              <a:gd name="csY8" fmla="*/ 1377380 h 1381128"/>
              <a:gd name="csX9" fmla="*/ 7987706 w 10388078"/>
              <a:gd name="csY9" fmla="*/ 1196310 h 1381128"/>
              <a:gd name="csX10" fmla="*/ 9970415 w 10388078"/>
              <a:gd name="csY10" fmla="*/ 544461 h 1381128"/>
              <a:gd name="csX11" fmla="*/ 10070003 w 10388078"/>
              <a:gd name="csY11" fmla="*/ 10306 h 13811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0388078" h="1381128">
                <a:moveTo>
                  <a:pt x="10070003" y="10306"/>
                </a:moveTo>
                <a:cubicBezTo>
                  <a:pt x="9486055" y="91787"/>
                  <a:pt x="7771932" y="979027"/>
                  <a:pt x="6466724" y="1033348"/>
                </a:cubicBezTo>
                <a:cubicBezTo>
                  <a:pt x="5161516" y="1087669"/>
                  <a:pt x="3313100" y="411677"/>
                  <a:pt x="2238756" y="336231"/>
                </a:cubicBezTo>
                <a:cubicBezTo>
                  <a:pt x="1164411" y="260786"/>
                  <a:pt x="194182" y="564077"/>
                  <a:pt x="20657" y="580675"/>
                </a:cubicBezTo>
                <a:cubicBezTo>
                  <a:pt x="-152868" y="597273"/>
                  <a:pt x="812835" y="458453"/>
                  <a:pt x="1197607" y="435819"/>
                </a:cubicBezTo>
                <a:cubicBezTo>
                  <a:pt x="1582379" y="413185"/>
                  <a:pt x="1903777" y="379990"/>
                  <a:pt x="2329290" y="444873"/>
                </a:cubicBezTo>
                <a:cubicBezTo>
                  <a:pt x="2754803" y="509756"/>
                  <a:pt x="3750684" y="825118"/>
                  <a:pt x="3750684" y="825118"/>
                </a:cubicBezTo>
                <a:cubicBezTo>
                  <a:pt x="4265223" y="963938"/>
                  <a:pt x="4951777" y="1185747"/>
                  <a:pt x="5416522" y="1277791"/>
                </a:cubicBezTo>
                <a:cubicBezTo>
                  <a:pt x="5881267" y="1369835"/>
                  <a:pt x="6110621" y="1390960"/>
                  <a:pt x="6539152" y="1377380"/>
                </a:cubicBezTo>
                <a:cubicBezTo>
                  <a:pt x="6967683" y="1363800"/>
                  <a:pt x="7415829" y="1335130"/>
                  <a:pt x="7987706" y="1196310"/>
                </a:cubicBezTo>
                <a:cubicBezTo>
                  <a:pt x="8559583" y="1057490"/>
                  <a:pt x="9620348" y="737602"/>
                  <a:pt x="9970415" y="544461"/>
                </a:cubicBezTo>
                <a:cubicBezTo>
                  <a:pt x="10320482" y="351321"/>
                  <a:pt x="10653951" y="-71175"/>
                  <a:pt x="10070003" y="10306"/>
                </a:cubicBezTo>
                <a:close/>
              </a:path>
            </a:pathLst>
          </a:cu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632069F-2669-D930-FF87-E08C1608E1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860" y="1877149"/>
            <a:ext cx="2942501" cy="294250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A8A7FDE-095A-5671-A076-1B5BDC0D121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124"/>
          <a:stretch>
            <a:fillRect/>
          </a:stretch>
        </p:blipFill>
        <p:spPr>
          <a:xfrm>
            <a:off x="0" y="11771"/>
            <a:ext cx="1567721" cy="81209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0B39D19-73B7-8478-E9FC-2E3842D56E6D}"/>
              </a:ext>
            </a:extLst>
          </p:cNvPr>
          <p:cNvSpPr txBox="1"/>
          <p:nvPr/>
        </p:nvSpPr>
        <p:spPr>
          <a:xfrm>
            <a:off x="1013988" y="204118"/>
            <a:ext cx="3675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Hasaniya Financial Services, LLC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7A8ECB-2CDC-9F87-250B-0FEFEDD35716}"/>
              </a:ext>
            </a:extLst>
          </p:cNvPr>
          <p:cNvSpPr txBox="1"/>
          <p:nvPr/>
        </p:nvSpPr>
        <p:spPr>
          <a:xfrm>
            <a:off x="4438649" y="1877149"/>
            <a:ext cx="6429375" cy="312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I founded Hasaniya Financial Services with a simple goal: to provide accounting and tax services built on trust, transparency, and lasting relationships. I believe clients should understand the financial decisions affecting them rather than feeling left in the dark.</a:t>
            </a:r>
          </a:p>
          <a:p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My approach is centered on education. I take the time to explain tax laws, financial reports, and business decisions in a way that is practical and easy to understand, so clients can make informed choices with confidence.</a:t>
            </a:r>
          </a:p>
          <a:p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I value working with clients who appreciate open communication, professionalism, and mutual respect. In return, I strive to be dependable, responsive, and someone clients can rely on throughout the year, not just during tax season. My goal is to build long-term relationships where honesty, respect, and collaboration come first.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64CE16-A59B-33F2-0F9C-57BADB20DCEA}"/>
              </a:ext>
            </a:extLst>
          </p:cNvPr>
          <p:cNvSpPr txBox="1"/>
          <p:nvPr/>
        </p:nvSpPr>
        <p:spPr>
          <a:xfrm>
            <a:off x="4438649" y="1434739"/>
            <a:ext cx="294084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Meet Ameer Hasaniya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37B2CF3-9763-DEE2-23F4-F17EE491EBF7}"/>
              </a:ext>
            </a:extLst>
          </p:cNvPr>
          <p:cNvSpPr txBox="1"/>
          <p:nvPr/>
        </p:nvSpPr>
        <p:spPr>
          <a:xfrm>
            <a:off x="783860" y="1434739"/>
            <a:ext cx="294084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Owner &amp; Founder</a:t>
            </a:r>
          </a:p>
        </p:txBody>
      </p:sp>
    </p:spTree>
    <p:extLst>
      <p:ext uri="{BB962C8B-B14F-4D97-AF65-F5344CB8AC3E}">
        <p14:creationId xmlns:p14="http://schemas.microsoft.com/office/powerpoint/2010/main" val="617094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23EFB-A49C-E624-1EEA-4F95C654C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CC98E85-0B5E-F0B9-7672-76345E1F9ECC}"/>
              </a:ext>
            </a:extLst>
          </p:cNvPr>
          <p:cNvSpPr txBox="1"/>
          <p:nvPr/>
        </p:nvSpPr>
        <p:spPr>
          <a:xfrm>
            <a:off x="6096000" y="233152"/>
            <a:ext cx="5413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Home      Services      About      </a:t>
            </a:r>
            <a:r>
              <a:rPr lang="en-US" b="1" u="sng" dirty="0">
                <a:solidFill>
                  <a:schemeClr val="accent3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Contact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      Endorsed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F02C3AA-FFE3-B145-E863-3CAD57958A11}"/>
              </a:ext>
            </a:extLst>
          </p:cNvPr>
          <p:cNvSpPr/>
          <p:nvPr/>
        </p:nvSpPr>
        <p:spPr>
          <a:xfrm>
            <a:off x="298274" y="4980851"/>
            <a:ext cx="11893726" cy="812093"/>
          </a:xfrm>
          <a:custGeom>
            <a:avLst/>
            <a:gdLst>
              <a:gd name="csX0" fmla="*/ 10070003 w 10388078"/>
              <a:gd name="csY0" fmla="*/ 10306 h 1381128"/>
              <a:gd name="csX1" fmla="*/ 6466724 w 10388078"/>
              <a:gd name="csY1" fmla="*/ 1033348 h 1381128"/>
              <a:gd name="csX2" fmla="*/ 2238756 w 10388078"/>
              <a:gd name="csY2" fmla="*/ 336231 h 1381128"/>
              <a:gd name="csX3" fmla="*/ 20657 w 10388078"/>
              <a:gd name="csY3" fmla="*/ 580675 h 1381128"/>
              <a:gd name="csX4" fmla="*/ 1197607 w 10388078"/>
              <a:gd name="csY4" fmla="*/ 435819 h 1381128"/>
              <a:gd name="csX5" fmla="*/ 2329290 w 10388078"/>
              <a:gd name="csY5" fmla="*/ 444873 h 1381128"/>
              <a:gd name="csX6" fmla="*/ 3750684 w 10388078"/>
              <a:gd name="csY6" fmla="*/ 825118 h 1381128"/>
              <a:gd name="csX7" fmla="*/ 5416522 w 10388078"/>
              <a:gd name="csY7" fmla="*/ 1277791 h 1381128"/>
              <a:gd name="csX8" fmla="*/ 6539152 w 10388078"/>
              <a:gd name="csY8" fmla="*/ 1377380 h 1381128"/>
              <a:gd name="csX9" fmla="*/ 7987706 w 10388078"/>
              <a:gd name="csY9" fmla="*/ 1196310 h 1381128"/>
              <a:gd name="csX10" fmla="*/ 9970415 w 10388078"/>
              <a:gd name="csY10" fmla="*/ 544461 h 1381128"/>
              <a:gd name="csX11" fmla="*/ 10070003 w 10388078"/>
              <a:gd name="csY11" fmla="*/ 10306 h 13811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0388078" h="1381128">
                <a:moveTo>
                  <a:pt x="10070003" y="10306"/>
                </a:moveTo>
                <a:cubicBezTo>
                  <a:pt x="9486055" y="91787"/>
                  <a:pt x="7771932" y="979027"/>
                  <a:pt x="6466724" y="1033348"/>
                </a:cubicBezTo>
                <a:cubicBezTo>
                  <a:pt x="5161516" y="1087669"/>
                  <a:pt x="3313100" y="411677"/>
                  <a:pt x="2238756" y="336231"/>
                </a:cubicBezTo>
                <a:cubicBezTo>
                  <a:pt x="1164411" y="260786"/>
                  <a:pt x="194182" y="564077"/>
                  <a:pt x="20657" y="580675"/>
                </a:cubicBezTo>
                <a:cubicBezTo>
                  <a:pt x="-152868" y="597273"/>
                  <a:pt x="812835" y="458453"/>
                  <a:pt x="1197607" y="435819"/>
                </a:cubicBezTo>
                <a:cubicBezTo>
                  <a:pt x="1582379" y="413185"/>
                  <a:pt x="1903777" y="379990"/>
                  <a:pt x="2329290" y="444873"/>
                </a:cubicBezTo>
                <a:cubicBezTo>
                  <a:pt x="2754803" y="509756"/>
                  <a:pt x="3750684" y="825118"/>
                  <a:pt x="3750684" y="825118"/>
                </a:cubicBezTo>
                <a:cubicBezTo>
                  <a:pt x="4265223" y="963938"/>
                  <a:pt x="4951777" y="1185747"/>
                  <a:pt x="5416522" y="1277791"/>
                </a:cubicBezTo>
                <a:cubicBezTo>
                  <a:pt x="5881267" y="1369835"/>
                  <a:pt x="6110621" y="1390960"/>
                  <a:pt x="6539152" y="1377380"/>
                </a:cubicBezTo>
                <a:cubicBezTo>
                  <a:pt x="6967683" y="1363800"/>
                  <a:pt x="7415829" y="1335130"/>
                  <a:pt x="7987706" y="1196310"/>
                </a:cubicBezTo>
                <a:cubicBezTo>
                  <a:pt x="8559583" y="1057490"/>
                  <a:pt x="9620348" y="737602"/>
                  <a:pt x="9970415" y="544461"/>
                </a:cubicBezTo>
                <a:cubicBezTo>
                  <a:pt x="10320482" y="351321"/>
                  <a:pt x="10653951" y="-71175"/>
                  <a:pt x="10070003" y="10306"/>
                </a:cubicBezTo>
                <a:close/>
              </a:path>
            </a:pathLst>
          </a:cu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780475-A024-3BCB-B6EE-9AD3D612C4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124"/>
          <a:stretch>
            <a:fillRect/>
          </a:stretch>
        </p:blipFill>
        <p:spPr>
          <a:xfrm>
            <a:off x="0" y="11771"/>
            <a:ext cx="1567721" cy="81209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2DAB3E0-C154-44C6-6232-51B1756CC162}"/>
              </a:ext>
            </a:extLst>
          </p:cNvPr>
          <p:cNvSpPr txBox="1"/>
          <p:nvPr/>
        </p:nvSpPr>
        <p:spPr>
          <a:xfrm>
            <a:off x="1013988" y="204118"/>
            <a:ext cx="3675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Hasaniya Financial Services, LLC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951391-B6D3-2AC9-70CD-2CE035CA32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4938" y="1065056"/>
            <a:ext cx="5482124" cy="403867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3D68F47-FB03-0761-04C2-8D52DE692D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6687" y="5267152"/>
            <a:ext cx="2676899" cy="2476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0985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CFDB1-7894-634B-50C2-885A0CCA6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F07BC31-856F-EC1A-8331-F23C117BCC6E}"/>
              </a:ext>
            </a:extLst>
          </p:cNvPr>
          <p:cNvSpPr txBox="1"/>
          <p:nvPr/>
        </p:nvSpPr>
        <p:spPr>
          <a:xfrm>
            <a:off x="6096000" y="233152"/>
            <a:ext cx="5413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Home      Services      About</a:t>
            </a:r>
            <a:r>
              <a:rPr lang="en-US" b="1" dirty="0">
                <a:solidFill>
                  <a:schemeClr val="accent3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     Contact      </a:t>
            </a:r>
            <a:r>
              <a:rPr lang="en-US" b="1" u="sng" dirty="0">
                <a:solidFill>
                  <a:schemeClr val="accent3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Endorsed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0526982-EBA6-AD9B-0482-F5AA31184CD8}"/>
              </a:ext>
            </a:extLst>
          </p:cNvPr>
          <p:cNvSpPr/>
          <p:nvPr/>
        </p:nvSpPr>
        <p:spPr>
          <a:xfrm>
            <a:off x="298274" y="4980851"/>
            <a:ext cx="11893726" cy="812093"/>
          </a:xfrm>
          <a:custGeom>
            <a:avLst/>
            <a:gdLst>
              <a:gd name="csX0" fmla="*/ 10070003 w 10388078"/>
              <a:gd name="csY0" fmla="*/ 10306 h 1381128"/>
              <a:gd name="csX1" fmla="*/ 6466724 w 10388078"/>
              <a:gd name="csY1" fmla="*/ 1033348 h 1381128"/>
              <a:gd name="csX2" fmla="*/ 2238756 w 10388078"/>
              <a:gd name="csY2" fmla="*/ 336231 h 1381128"/>
              <a:gd name="csX3" fmla="*/ 20657 w 10388078"/>
              <a:gd name="csY3" fmla="*/ 580675 h 1381128"/>
              <a:gd name="csX4" fmla="*/ 1197607 w 10388078"/>
              <a:gd name="csY4" fmla="*/ 435819 h 1381128"/>
              <a:gd name="csX5" fmla="*/ 2329290 w 10388078"/>
              <a:gd name="csY5" fmla="*/ 444873 h 1381128"/>
              <a:gd name="csX6" fmla="*/ 3750684 w 10388078"/>
              <a:gd name="csY6" fmla="*/ 825118 h 1381128"/>
              <a:gd name="csX7" fmla="*/ 5416522 w 10388078"/>
              <a:gd name="csY7" fmla="*/ 1277791 h 1381128"/>
              <a:gd name="csX8" fmla="*/ 6539152 w 10388078"/>
              <a:gd name="csY8" fmla="*/ 1377380 h 1381128"/>
              <a:gd name="csX9" fmla="*/ 7987706 w 10388078"/>
              <a:gd name="csY9" fmla="*/ 1196310 h 1381128"/>
              <a:gd name="csX10" fmla="*/ 9970415 w 10388078"/>
              <a:gd name="csY10" fmla="*/ 544461 h 1381128"/>
              <a:gd name="csX11" fmla="*/ 10070003 w 10388078"/>
              <a:gd name="csY11" fmla="*/ 10306 h 13811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0388078" h="1381128">
                <a:moveTo>
                  <a:pt x="10070003" y="10306"/>
                </a:moveTo>
                <a:cubicBezTo>
                  <a:pt x="9486055" y="91787"/>
                  <a:pt x="7771932" y="979027"/>
                  <a:pt x="6466724" y="1033348"/>
                </a:cubicBezTo>
                <a:cubicBezTo>
                  <a:pt x="5161516" y="1087669"/>
                  <a:pt x="3313100" y="411677"/>
                  <a:pt x="2238756" y="336231"/>
                </a:cubicBezTo>
                <a:cubicBezTo>
                  <a:pt x="1164411" y="260786"/>
                  <a:pt x="194182" y="564077"/>
                  <a:pt x="20657" y="580675"/>
                </a:cubicBezTo>
                <a:cubicBezTo>
                  <a:pt x="-152868" y="597273"/>
                  <a:pt x="812835" y="458453"/>
                  <a:pt x="1197607" y="435819"/>
                </a:cubicBezTo>
                <a:cubicBezTo>
                  <a:pt x="1582379" y="413185"/>
                  <a:pt x="1903777" y="379990"/>
                  <a:pt x="2329290" y="444873"/>
                </a:cubicBezTo>
                <a:cubicBezTo>
                  <a:pt x="2754803" y="509756"/>
                  <a:pt x="3750684" y="825118"/>
                  <a:pt x="3750684" y="825118"/>
                </a:cubicBezTo>
                <a:cubicBezTo>
                  <a:pt x="4265223" y="963938"/>
                  <a:pt x="4951777" y="1185747"/>
                  <a:pt x="5416522" y="1277791"/>
                </a:cubicBezTo>
                <a:cubicBezTo>
                  <a:pt x="5881267" y="1369835"/>
                  <a:pt x="6110621" y="1390960"/>
                  <a:pt x="6539152" y="1377380"/>
                </a:cubicBezTo>
                <a:cubicBezTo>
                  <a:pt x="6967683" y="1363800"/>
                  <a:pt x="7415829" y="1335130"/>
                  <a:pt x="7987706" y="1196310"/>
                </a:cubicBezTo>
                <a:cubicBezTo>
                  <a:pt x="8559583" y="1057490"/>
                  <a:pt x="9620348" y="737602"/>
                  <a:pt x="9970415" y="544461"/>
                </a:cubicBezTo>
                <a:cubicBezTo>
                  <a:pt x="10320482" y="351321"/>
                  <a:pt x="10653951" y="-71175"/>
                  <a:pt x="10070003" y="10306"/>
                </a:cubicBezTo>
                <a:close/>
              </a:path>
            </a:pathLst>
          </a:cu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C387E7-817F-4BFF-C9B8-4845ABB7D7A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124"/>
          <a:stretch>
            <a:fillRect/>
          </a:stretch>
        </p:blipFill>
        <p:spPr>
          <a:xfrm>
            <a:off x="0" y="11771"/>
            <a:ext cx="1567721" cy="81209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3863B66-E457-18BD-B76F-F8D0B57475A7}"/>
              </a:ext>
            </a:extLst>
          </p:cNvPr>
          <p:cNvSpPr txBox="1"/>
          <p:nvPr/>
        </p:nvSpPr>
        <p:spPr>
          <a:xfrm>
            <a:off x="1013988" y="204118"/>
            <a:ext cx="3675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Hasaniya Financial Services, LLC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17D717-2C1A-81E2-68EC-E6ADBC600453}"/>
              </a:ext>
            </a:extLst>
          </p:cNvPr>
          <p:cNvSpPr txBox="1"/>
          <p:nvPr/>
        </p:nvSpPr>
        <p:spPr>
          <a:xfrm>
            <a:off x="2924175" y="1065056"/>
            <a:ext cx="6343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Our endorsed businesses are companies and professionals we trust and confidently recommend.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FE61351-6031-A8A5-F8C0-95B5FDDCAB3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040" t="39305" r="6722" b="19305"/>
          <a:stretch>
            <a:fillRect/>
          </a:stretch>
        </p:blipFill>
        <p:spPr>
          <a:xfrm>
            <a:off x="3024187" y="1877149"/>
            <a:ext cx="6143625" cy="4718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4512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236</Words>
  <Application>Microsoft Office PowerPoint</Application>
  <PresentationFormat>Widescreen</PresentationFormat>
  <Paragraphs>23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ameer hasaniya</dc:creator>
  <cp:lastModifiedBy>ameer hasaniya</cp:lastModifiedBy>
  <cp:revision>1</cp:revision>
  <dcterms:created xsi:type="dcterms:W3CDTF">2026-07-16T19:18:03Z</dcterms:created>
  <dcterms:modified xsi:type="dcterms:W3CDTF">2026-07-16T20:21:35Z</dcterms:modified>
</cp:coreProperties>
</file>